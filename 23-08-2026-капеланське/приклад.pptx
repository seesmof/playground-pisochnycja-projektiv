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797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32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Титульный слайд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ru-RU" smtClean="0"/>
              <a:t>Образец подзаголовка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Заголовок и объект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Заголовок раздела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ru-RU" smtClean="0"/>
              <a:t>Образец текста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Два объекта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Сравнение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ru-RU" smtClean="0"/>
              <a:t>Образец текста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ru-RU" smtClean="0"/>
              <a:t>Образец текста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Только заголовок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Пустой слайд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Объект с подписью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ru-RU" smtClean="0"/>
              <a:t>Образец текста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Рисунок с подписью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ru-RU" smtClean="0"/>
              <a:t>Вставка рисунка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ru-RU" smtClean="0"/>
              <a:t>Образец текста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Заголовок и вертикальный текст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Вертикальный заголовок и текст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ru-RU" smtClean="0"/>
              <a:t>Образец заголовка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ru-RU" smtClean="0"/>
              <a:t>Образец текста</a:t>
            </a:r>
          </a:p>
          <a:p>
            <a:pPr lvl="1"/>
            <a:r>
              <a:rPr altLang="zh-CN" lang="ru-RU" smtClean="0"/>
              <a:t>Второй уровень</a:t>
            </a:r>
          </a:p>
          <a:p>
            <a:pPr lvl="2"/>
            <a:r>
              <a:rPr altLang="zh-CN" lang="ru-RU" smtClean="0"/>
              <a:t>Третий уровень</a:t>
            </a:r>
          </a:p>
          <a:p>
            <a:pPr lvl="3"/>
            <a:r>
              <a:rPr altLang="zh-CN" lang="ru-RU" smtClean="0"/>
              <a:t>Четвертый уровень</a:t>
            </a:r>
          </a:p>
          <a:p>
            <a:pPr lvl="4"/>
            <a:r>
              <a:rPr altLang="zh-CN" lang="ru-RU" smtClean="0"/>
              <a:t>Пятый уровень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9C8F3-725A-4F9A-A507-94E9D5D4F6DB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0409-DAE8-4674-9087-DC3CFB3688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24449"/>
            <a:ext cx="9144000" cy="6409102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23124RA7EO</dc:creator>
  <dcterms:created xsi:type="dcterms:W3CDTF">2015-05-12T03:36:16Z</dcterms:created>
  <dcterms:modified xsi:type="dcterms:W3CDTF">2025-08-11T07:56:52Z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0862fe7537204c8c975b391eebd5abee</vt:lpwstr>
  </property>
</Properties>
</file>