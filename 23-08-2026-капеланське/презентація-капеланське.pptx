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mo" charset="1" panose="020B060402020202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81500" y="0"/>
            <a:ext cx="7006500" cy="10287000"/>
          </a:xfrm>
          <a:custGeom>
            <a:avLst/>
            <a:gdLst/>
            <a:ahLst/>
            <a:cxnLst/>
            <a:rect r="r" b="b" t="t" l="l"/>
            <a:pathLst>
              <a:path h="10287000" w="7006500">
                <a:moveTo>
                  <a:pt x="0" y="0"/>
                </a:moveTo>
                <a:lnTo>
                  <a:pt x="7006500" y="0"/>
                </a:lnTo>
                <a:lnTo>
                  <a:pt x="7006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1520" y="210349"/>
            <a:ext cx="6145461" cy="119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2"/>
              </a:lnSpc>
              <a:spcBef>
                <a:spcPct val="0"/>
              </a:spcBef>
            </a:pPr>
            <a:r>
              <a:rPr lang="en-US" sz="33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Стільки то стільки то служать зараз як капелани.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81500" y="0"/>
            <a:ext cx="7006500" cy="10287000"/>
          </a:xfrm>
          <a:custGeom>
            <a:avLst/>
            <a:gdLst/>
            <a:ahLst/>
            <a:cxnLst/>
            <a:rect r="r" b="b" t="t" l="l"/>
            <a:pathLst>
              <a:path h="10287000" w="7006500">
                <a:moveTo>
                  <a:pt x="0" y="0"/>
                </a:moveTo>
                <a:lnTo>
                  <a:pt x="7006500" y="0"/>
                </a:lnTo>
                <a:lnTo>
                  <a:pt x="7006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46191" y="5609734"/>
            <a:ext cx="6595617" cy="4677266"/>
          </a:xfrm>
          <a:custGeom>
            <a:avLst/>
            <a:gdLst/>
            <a:ahLst/>
            <a:cxnLst/>
            <a:rect r="r" b="b" t="t" l="l"/>
            <a:pathLst>
              <a:path h="4677266" w="6595617">
                <a:moveTo>
                  <a:pt x="0" y="0"/>
                </a:moveTo>
                <a:lnTo>
                  <a:pt x="6595618" y="0"/>
                </a:lnTo>
                <a:lnTo>
                  <a:pt x="6595618" y="4677266"/>
                </a:lnTo>
                <a:lnTo>
                  <a:pt x="0" y="4677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880" r="0" b="-288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238528"/>
            <a:ext cx="6454023" cy="7048472"/>
          </a:xfrm>
          <a:custGeom>
            <a:avLst/>
            <a:gdLst/>
            <a:ahLst/>
            <a:cxnLst/>
            <a:rect r="r" b="b" t="t" l="l"/>
            <a:pathLst>
              <a:path h="7048472" w="6454023">
                <a:moveTo>
                  <a:pt x="0" y="0"/>
                </a:moveTo>
                <a:lnTo>
                  <a:pt x="6454023" y="0"/>
                </a:lnTo>
                <a:lnTo>
                  <a:pt x="6454023" y="7048472"/>
                </a:lnTo>
                <a:lnTo>
                  <a:pt x="0" y="70484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044" r="0" b="-1104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4023" y="1769705"/>
            <a:ext cx="6673509" cy="3840029"/>
          </a:xfrm>
          <a:custGeom>
            <a:avLst/>
            <a:gdLst/>
            <a:ahLst/>
            <a:cxnLst/>
            <a:rect r="r" b="b" t="t" l="l"/>
            <a:pathLst>
              <a:path h="3840029" w="6673509">
                <a:moveTo>
                  <a:pt x="0" y="0"/>
                </a:moveTo>
                <a:lnTo>
                  <a:pt x="6673509" y="0"/>
                </a:lnTo>
                <a:lnTo>
                  <a:pt x="6673509" y="3840029"/>
                </a:lnTo>
                <a:lnTo>
                  <a:pt x="0" y="38400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5170" r="0" b="-1517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2182" y="334301"/>
            <a:ext cx="6066719" cy="176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1"/>
              </a:lnSpc>
              <a:spcBef>
                <a:spcPct val="0"/>
              </a:spcBef>
            </a:pPr>
            <a:r>
              <a:rPr lang="en-US" sz="334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Відвідування наших хлопців в госпіталях мі</a:t>
            </a:r>
            <a:r>
              <a:rPr lang="en-US" sz="334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ста і стабіках області.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81500" y="0"/>
            <a:ext cx="7006500" cy="10287000"/>
          </a:xfrm>
          <a:custGeom>
            <a:avLst/>
            <a:gdLst/>
            <a:ahLst/>
            <a:cxnLst/>
            <a:rect r="r" b="b" t="t" l="l"/>
            <a:pathLst>
              <a:path h="10287000" w="7006500">
                <a:moveTo>
                  <a:pt x="0" y="0"/>
                </a:moveTo>
                <a:lnTo>
                  <a:pt x="7006500" y="0"/>
                </a:lnTo>
                <a:lnTo>
                  <a:pt x="7006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21724" y="3928733"/>
            <a:ext cx="8797524" cy="6358267"/>
          </a:xfrm>
          <a:custGeom>
            <a:avLst/>
            <a:gdLst/>
            <a:ahLst/>
            <a:cxnLst/>
            <a:rect r="r" b="b" t="t" l="l"/>
            <a:pathLst>
              <a:path h="6358267" w="8797524">
                <a:moveTo>
                  <a:pt x="0" y="0"/>
                </a:moveTo>
                <a:lnTo>
                  <a:pt x="8797524" y="0"/>
                </a:lnTo>
                <a:lnTo>
                  <a:pt x="8797524" y="6358267"/>
                </a:lnTo>
                <a:lnTo>
                  <a:pt x="0" y="63582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86" r="0" b="-188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928733"/>
            <a:ext cx="3576525" cy="6358267"/>
          </a:xfrm>
          <a:custGeom>
            <a:avLst/>
            <a:gdLst/>
            <a:ahLst/>
            <a:cxnLst/>
            <a:rect r="r" b="b" t="t" l="l"/>
            <a:pathLst>
              <a:path h="6358267" w="3576525">
                <a:moveTo>
                  <a:pt x="0" y="0"/>
                </a:moveTo>
                <a:lnTo>
                  <a:pt x="3576525" y="0"/>
                </a:lnTo>
                <a:lnTo>
                  <a:pt x="3576525" y="6358267"/>
                </a:lnTo>
                <a:lnTo>
                  <a:pt x="0" y="6358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47886" y="0"/>
            <a:ext cx="5286354" cy="7048472"/>
          </a:xfrm>
          <a:custGeom>
            <a:avLst/>
            <a:gdLst/>
            <a:ahLst/>
            <a:cxnLst/>
            <a:rect r="r" b="b" t="t" l="l"/>
            <a:pathLst>
              <a:path h="7048472" w="5286354">
                <a:moveTo>
                  <a:pt x="0" y="0"/>
                </a:moveTo>
                <a:lnTo>
                  <a:pt x="5286354" y="0"/>
                </a:lnTo>
                <a:lnTo>
                  <a:pt x="5286354" y="7048472"/>
                </a:lnTo>
                <a:lnTo>
                  <a:pt x="0" y="70484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0858" y="341392"/>
            <a:ext cx="6411334" cy="312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7"/>
              </a:lnSpc>
              <a:spcBef>
                <a:spcPct val="0"/>
              </a:spcBef>
            </a:pPr>
            <a:r>
              <a:rPr lang="en-US" sz="353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Всіляка допомога в потребах наших захисників: починаючи від медикаментів, турникетів і закінчуючи спальниками </a:t>
            </a:r>
            <a:r>
              <a:rPr lang="en-US" sz="353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та лопатами для облаштування.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81500" y="0"/>
            <a:ext cx="7006500" cy="10287000"/>
          </a:xfrm>
          <a:custGeom>
            <a:avLst/>
            <a:gdLst/>
            <a:ahLst/>
            <a:cxnLst/>
            <a:rect r="r" b="b" t="t" l="l"/>
            <a:pathLst>
              <a:path h="10287000" w="7006500">
                <a:moveTo>
                  <a:pt x="0" y="0"/>
                </a:moveTo>
                <a:lnTo>
                  <a:pt x="7006500" y="0"/>
                </a:lnTo>
                <a:lnTo>
                  <a:pt x="7006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238528"/>
            <a:ext cx="5286354" cy="7048472"/>
          </a:xfrm>
          <a:custGeom>
            <a:avLst/>
            <a:gdLst/>
            <a:ahLst/>
            <a:cxnLst/>
            <a:rect r="r" b="b" t="t" l="l"/>
            <a:pathLst>
              <a:path h="7048472" w="5286354">
                <a:moveTo>
                  <a:pt x="0" y="0"/>
                </a:moveTo>
                <a:lnTo>
                  <a:pt x="5286354" y="0"/>
                </a:lnTo>
                <a:lnTo>
                  <a:pt x="5286354" y="7048472"/>
                </a:lnTo>
                <a:lnTo>
                  <a:pt x="0" y="70484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86354" y="3649679"/>
            <a:ext cx="6371793" cy="7048472"/>
          </a:xfrm>
          <a:custGeom>
            <a:avLst/>
            <a:gdLst/>
            <a:ahLst/>
            <a:cxnLst/>
            <a:rect r="r" b="b" t="t" l="l"/>
            <a:pathLst>
              <a:path h="7048472" w="6371793">
                <a:moveTo>
                  <a:pt x="0" y="0"/>
                </a:moveTo>
                <a:lnTo>
                  <a:pt x="6371793" y="0"/>
                </a:lnTo>
                <a:lnTo>
                  <a:pt x="6371793" y="7048472"/>
                </a:lnTo>
                <a:lnTo>
                  <a:pt x="0" y="70484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266" r="0" b="-1026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05386" y="67625"/>
            <a:ext cx="6767833" cy="5075875"/>
          </a:xfrm>
          <a:custGeom>
            <a:avLst/>
            <a:gdLst/>
            <a:ahLst/>
            <a:cxnLst/>
            <a:rect r="r" b="b" t="t" l="l"/>
            <a:pathLst>
              <a:path h="5075875" w="6767833">
                <a:moveTo>
                  <a:pt x="0" y="0"/>
                </a:moveTo>
                <a:lnTo>
                  <a:pt x="6767833" y="0"/>
                </a:lnTo>
                <a:lnTo>
                  <a:pt x="6767833" y="5075875"/>
                </a:lnTo>
                <a:lnTo>
                  <a:pt x="0" y="5075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0185" y="730087"/>
            <a:ext cx="6439241" cy="1874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8"/>
              </a:lnSpc>
              <a:spcBef>
                <a:spcPct val="0"/>
              </a:spcBef>
            </a:pPr>
            <a:r>
              <a:rPr lang="en-US" sz="35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Гарячи обіди для військових: молитви, свідчення, підтримка.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4412" y="295835"/>
            <a:ext cx="5757694" cy="2805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2"/>
              </a:lnSpc>
              <a:spcBef>
                <a:spcPct val="0"/>
              </a:spcBef>
            </a:pPr>
            <a:r>
              <a:rPr lang="en-US" sz="317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Зустрічі з ветеранами та діючими військовими в церквах міста з метою обговорення нагальних тем і підтримки один одного.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281500" y="0"/>
            <a:ext cx="7006500" cy="10287000"/>
          </a:xfrm>
          <a:custGeom>
            <a:avLst/>
            <a:gdLst/>
            <a:ahLst/>
            <a:cxnLst/>
            <a:rect r="r" b="b" t="t" l="l"/>
            <a:pathLst>
              <a:path h="10287000" w="7006500">
                <a:moveTo>
                  <a:pt x="0" y="0"/>
                </a:moveTo>
                <a:lnTo>
                  <a:pt x="7006500" y="0"/>
                </a:lnTo>
                <a:lnTo>
                  <a:pt x="7006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1520" y="256022"/>
            <a:ext cx="6059440" cy="293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5"/>
              </a:lnSpc>
              <a:spcBef>
                <a:spcPct val="0"/>
              </a:spcBef>
            </a:pPr>
            <a:r>
              <a:rPr lang="en-US" sz="333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Зустрічи з родинами діючих військових та загиблих, духовна та емоційна підримка, проведення часу разом в різних заходах.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281500" y="0"/>
            <a:ext cx="7006500" cy="10287000"/>
          </a:xfrm>
          <a:custGeom>
            <a:avLst/>
            <a:gdLst/>
            <a:ahLst/>
            <a:cxnLst/>
            <a:rect r="r" b="b" t="t" l="l"/>
            <a:pathLst>
              <a:path h="10287000" w="7006500">
                <a:moveTo>
                  <a:pt x="0" y="0"/>
                </a:moveTo>
                <a:lnTo>
                  <a:pt x="7006500" y="0"/>
                </a:lnTo>
                <a:lnTo>
                  <a:pt x="7006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7966" y="239587"/>
            <a:ext cx="6067939" cy="2352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2"/>
              </a:lnSpc>
              <a:spcBef>
                <a:spcPct val="0"/>
              </a:spcBef>
            </a:pPr>
            <a:r>
              <a:rPr lang="en-US" sz="334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Відвідування братів військовослужбовців з подарунками, теплими обіймами та хліболаманням.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281500" y="0"/>
            <a:ext cx="7006500" cy="10287000"/>
          </a:xfrm>
          <a:custGeom>
            <a:avLst/>
            <a:gdLst/>
            <a:ahLst/>
            <a:cxnLst/>
            <a:rect r="r" b="b" t="t" l="l"/>
            <a:pathLst>
              <a:path h="10287000" w="7006500">
                <a:moveTo>
                  <a:pt x="0" y="0"/>
                </a:moveTo>
                <a:lnTo>
                  <a:pt x="7006500" y="0"/>
                </a:lnTo>
                <a:lnTo>
                  <a:pt x="7006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DAHTIQ4d4qM</dc:identifier>
  <dcterms:modified xsi:type="dcterms:W3CDTF">2011-08-01T06:04:30Z</dcterms:modified>
  <cp:revision>1</cp:revision>
  <dc:title>Текст абзацу</dc:title>
</cp:coreProperties>
</file>